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Comfortaa" panose="020B0604020202020204" charset="0"/>
      <p:regular r:id="rId10"/>
      <p:bold r:id="rId11"/>
    </p:embeddedFont>
    <p:embeddedFont>
      <p:font typeface="Open Sans" panose="020B0604020202020204" charset="0"/>
      <p:regular r:id="rId12"/>
      <p:bold r:id="rId13"/>
      <p:italic r:id="rId14"/>
      <p:boldItalic r:id="rId15"/>
    </p:embeddedFont>
    <p:embeddedFont>
      <p:font typeface="PT Sans Narrow" panose="020B0604020202020204" charset="-18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abbd4ac28aaaabd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abbd4ac28aaaabd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abbd4ac28aaaabd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abbd4ac28aaaabd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abbd4ac28aaaabd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abbd4ac28aaaabd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abbd4ac28aaaabd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abbd4ac28aaaabd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abbd4ac28aaaabd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abbd4ac28aaaabd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abbd4ac28aaaabd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abbd4ac28aaaabd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4160">
                <a:latin typeface="Comfortaa"/>
                <a:ea typeface="Comfortaa"/>
                <a:cs typeface="Comfortaa"/>
                <a:sym typeface="Comfortaa"/>
              </a:rPr>
              <a:t>Základní typy souborů</a:t>
            </a:r>
            <a:endParaRPr sz="416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4160">
                <a:latin typeface="Comfortaa"/>
                <a:ea typeface="Comfortaa"/>
                <a:cs typeface="Comfortaa"/>
                <a:sym typeface="Comfortaa"/>
              </a:rPr>
              <a:t>a jak na ně</a:t>
            </a:r>
            <a:endParaRPr sz="416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6298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>
                <a:latin typeface="Comfortaa"/>
                <a:ea typeface="Comfortaa"/>
                <a:cs typeface="Comfortaa"/>
                <a:sym typeface="Comfortaa"/>
              </a:rPr>
              <a:t>Marek Salaj, Michal Hruška</a:t>
            </a:r>
            <a:endParaRPr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/>
          </a:blip>
          <a:srcRect l="11397" t="21337" r="8448" b="7846"/>
          <a:stretch/>
        </p:blipFill>
        <p:spPr>
          <a:xfrm>
            <a:off x="6372000" y="3479875"/>
            <a:ext cx="2678924" cy="155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b="1"/>
              <a:t>Textové soubory</a:t>
            </a:r>
            <a:endParaRPr b="1"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Textové soubory obsahují pouze textovou informaci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Jsou to například dokumenty, které můžeme psát v textových editorech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b="1"/>
              <a:t>.txt, .docx, .pdf</a:t>
            </a:r>
            <a:endParaRPr b="1"/>
          </a:p>
        </p:txBody>
      </p:sp>
      <p:pic>
        <p:nvPicPr>
          <p:cNvPr id="75" name="Google Shape;75;p14"/>
          <p:cNvPicPr preferRelativeResize="0"/>
          <p:nvPr/>
        </p:nvPicPr>
        <p:blipFill rotWithShape="1">
          <a:blip r:embed="rId3">
            <a:alphaModFix/>
          </a:blip>
          <a:srcRect l="13059" t="19474" r="18778" b="17928"/>
          <a:stretch/>
        </p:blipFill>
        <p:spPr>
          <a:xfrm>
            <a:off x="390525" y="2690375"/>
            <a:ext cx="1350195" cy="123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996" y="2741662"/>
            <a:ext cx="822525" cy="113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7799" y="2601125"/>
            <a:ext cx="1418450" cy="141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13525" y="2690375"/>
            <a:ext cx="1239950" cy="12399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2576950" y="4203550"/>
            <a:ext cx="1536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Google Dokumenty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49600" y="4203550"/>
            <a:ext cx="1536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MS Word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832850" y="4203550"/>
            <a:ext cx="16371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Poznámkový blok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7365050" y="4203550"/>
            <a:ext cx="1536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Adobe Reader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b="1"/>
              <a:t>Zvukové soubory</a:t>
            </a:r>
            <a:endParaRPr b="1"/>
          </a:p>
        </p:txBody>
      </p:sp>
      <p:sp>
        <p:nvSpPr>
          <p:cNvPr id="88" name="Google Shape;88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Zvukové soubory obsahují zvukovou nahrávku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Můžeme si poslechnout hlas, hudbu, podcasty nebo audioknihy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b="1"/>
              <a:t>.mp3, .wav</a:t>
            </a:r>
            <a:endParaRPr b="1"/>
          </a:p>
        </p:txBody>
      </p:sp>
      <p:pic>
        <p:nvPicPr>
          <p:cNvPr id="89" name="Google Shape;89;p15"/>
          <p:cNvPicPr preferRelativeResize="0"/>
          <p:nvPr/>
        </p:nvPicPr>
        <p:blipFill rotWithShape="1">
          <a:blip r:embed="rId3">
            <a:alphaModFix/>
          </a:blip>
          <a:srcRect l="28078" t="27830" r="28287" b="28987"/>
          <a:stretch/>
        </p:blipFill>
        <p:spPr>
          <a:xfrm>
            <a:off x="2622987" y="2583301"/>
            <a:ext cx="1474100" cy="145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1037" y="2583301"/>
            <a:ext cx="1449747" cy="145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4738" y="2575627"/>
            <a:ext cx="1474100" cy="147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163" y="2644251"/>
            <a:ext cx="1336875" cy="13368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2576950" y="4203550"/>
            <a:ext cx="1536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Přehrávač médií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297200" y="4203550"/>
            <a:ext cx="17043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Přehrávač médií (starý)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4756650" y="4203550"/>
            <a:ext cx="16371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Winamp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7136450" y="4203550"/>
            <a:ext cx="1536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Spotify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b="1"/>
              <a:t>Obrázkové soubory</a:t>
            </a:r>
            <a:endParaRPr b="1"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Obrázkové soubory obsahují grafiku nebo fotografie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Můžeme si prohlížet obrázky na počítači nebo telefonu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b="1"/>
              <a:t>.jpg, .png, .gif</a:t>
            </a:r>
            <a:endParaRPr b="1"/>
          </a:p>
        </p:txBody>
      </p:sp>
      <p:pic>
        <p:nvPicPr>
          <p:cNvPr id="103" name="Google Shape;103;p16"/>
          <p:cNvPicPr preferRelativeResize="0"/>
          <p:nvPr/>
        </p:nvPicPr>
        <p:blipFill rotWithShape="1">
          <a:blip r:embed="rId3">
            <a:alphaModFix/>
          </a:blip>
          <a:srcRect l="5323" t="5359" r="5350" b="5323"/>
          <a:stretch/>
        </p:blipFill>
        <p:spPr>
          <a:xfrm>
            <a:off x="1002925" y="2830675"/>
            <a:ext cx="1207900" cy="120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9300" y="2726100"/>
            <a:ext cx="1417075" cy="141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 rotWithShape="1">
          <a:blip r:embed="rId5">
            <a:alphaModFix/>
          </a:blip>
          <a:srcRect l="8688" t="9993" r="8803" b="9993"/>
          <a:stretch/>
        </p:blipFill>
        <p:spPr>
          <a:xfrm>
            <a:off x="6527450" y="2726100"/>
            <a:ext cx="1461225" cy="141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3567550" y="4203550"/>
            <a:ext cx="1536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Malování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830600" y="4203550"/>
            <a:ext cx="1536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Fotografie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6433050" y="4203550"/>
            <a:ext cx="16371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Galerie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b="1"/>
              <a:t>Video soubory</a:t>
            </a:r>
            <a:endParaRPr b="1"/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Video soubory obsahují pohyblivé obrazy se zvukovou stopou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Můžeme si prohlížet filmy, seriály nebo videoklipy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b="1"/>
              <a:t>.mp4, .avi, .mkv</a:t>
            </a:r>
            <a:endParaRPr b="1"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1125" y="2836950"/>
            <a:ext cx="1140000" cy="129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 rotWithShape="1">
          <a:blip r:embed="rId4">
            <a:alphaModFix/>
          </a:blip>
          <a:srcRect l="28078" t="27830" r="28287" b="28987"/>
          <a:stretch/>
        </p:blipFill>
        <p:spPr>
          <a:xfrm>
            <a:off x="874287" y="2753000"/>
            <a:ext cx="1474100" cy="145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4977" y="2779875"/>
            <a:ext cx="1292874" cy="1290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824350" y="4203550"/>
            <a:ext cx="1536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Přehrávač Médií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3689850" y="4203550"/>
            <a:ext cx="16371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Filmy a TV Pořady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6755450" y="4203550"/>
            <a:ext cx="1536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VLC Media Player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b="1"/>
              <a:t>Prezentace a tabulky</a:t>
            </a:r>
            <a:endParaRPr b="1"/>
          </a:p>
        </p:txBody>
      </p:sp>
      <p:sp>
        <p:nvSpPr>
          <p:cNvPr id="126" name="Google Shape;126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Prezentace jsou soubory, které slouží k přehlednému sdílení informací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Tabulky jsou strukturované soubory, které organizují data do řádků a sloupců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b="1"/>
              <a:t>.pptx, .xls, </a:t>
            </a:r>
            <a:r>
              <a:rPr lang="cs"/>
              <a:t>(.csv)</a:t>
            </a:r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50" y="2928525"/>
            <a:ext cx="1337577" cy="127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7308" y="2928531"/>
            <a:ext cx="1337577" cy="1275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4067" y="2853450"/>
            <a:ext cx="990328" cy="137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03577" y="2854453"/>
            <a:ext cx="990324" cy="137669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2729350" y="4203550"/>
            <a:ext cx="1536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MS Excel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373400" y="4203550"/>
            <a:ext cx="1536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MS PowerPoint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4985250" y="4203550"/>
            <a:ext cx="16371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Google Prezentace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7212650" y="4203550"/>
            <a:ext cx="1536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Google Tabulky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b="1" dirty="0"/>
              <a:t>Co teď s tím?</a:t>
            </a:r>
            <a:endParaRPr b="1" dirty="0"/>
          </a:p>
        </p:txBody>
      </p:sp>
      <p:sp>
        <p:nvSpPr>
          <p:cNvPr id="140" name="Google Shape;140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Každý typ souboru má své specifické využití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Je důležité se naučit, jak s nimi pracovat, abychom věděli co máme v počítači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Když si nevíme rady nebo nám soubor nejde otevřít, můžeme se zeptat internetu, jak daný soubor otevřít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Microsoft Office PowerPoint</Application>
  <PresentationFormat>Předvádění na obrazovce (16:9)</PresentationFormat>
  <Paragraphs>45</Paragraphs>
  <Slides>7</Slides>
  <Notes>7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2" baseType="lpstr">
      <vt:lpstr>PT Sans Narrow</vt:lpstr>
      <vt:lpstr>Comfortaa</vt:lpstr>
      <vt:lpstr>Open Sans</vt:lpstr>
      <vt:lpstr>Arial</vt:lpstr>
      <vt:lpstr>Tropic</vt:lpstr>
      <vt:lpstr>Základní typy souborů a jak na ně</vt:lpstr>
      <vt:lpstr>Textové soubory</vt:lpstr>
      <vt:lpstr>Zvukové soubory</vt:lpstr>
      <vt:lpstr>Obrázkové soubory</vt:lpstr>
      <vt:lpstr>Video soubory</vt:lpstr>
      <vt:lpstr>Prezentace a tabulky</vt:lpstr>
      <vt:lpstr>Co teď s tím?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Základní typy souborů a jak na ně</dc:title>
  <cp:lastModifiedBy>Marek Salaj</cp:lastModifiedBy>
  <cp:revision>1</cp:revision>
  <dcterms:modified xsi:type="dcterms:W3CDTF">2026-02-27T14:50:43Z</dcterms:modified>
</cp:coreProperties>
</file>